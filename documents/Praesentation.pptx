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912B51-97F2-EB40-6F54-13E35E46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7AB6F2-3F2B-121F-D1FC-A8D113F6B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9080A6-A930-9DA8-51CA-77E2ABDE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D6E78B-7FC2-2825-D443-575C95B9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8AF262-0CBF-90E0-72DE-411560F8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41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8031C-BF05-4C36-DA32-16554AA1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85B028-B9BE-FAE6-E50F-C0562E251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DE118B-AA52-EEFD-48A8-9F897422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33B3C-DFD6-9E62-E200-234D3729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8356E8-14AF-ADB6-0DEB-33A6A2A2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254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DC32DF-A1B9-7975-B161-BCF9E427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4BD5C7-3377-AD2B-D0CB-ECCD46D7B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31D3AA-5417-4667-D86E-1A167EA3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89EC1B-F991-D826-DB2A-60E18880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DA6696-A7D8-DE69-C8AA-A2843694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66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E68C5-40CE-F7F4-83AF-C7549AE7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82E157-F175-A172-3AD7-F2F69ADCE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326396-48FC-ABCF-53F9-7486D5AB2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75CC6B-0B50-A43D-8E99-D13F33CC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02716A-DFED-1959-2D05-816D25F3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A83AB0-75AC-F2DE-074A-C47215C9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27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5E689C-A3FF-1141-FDE4-99FE95C4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4E2A09-5575-4616-6754-35DB9BF80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EFEB44-5BCE-969C-CAA1-5C58022B2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C2257F-D267-A4BD-4E5F-AA868ED96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DB7355-B23B-969D-FC05-08F7AAED0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DA1716-269F-6292-1881-0D33DBE4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B91F976-DE51-3975-36EC-EDD9A68E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50FBB0-F4CF-1ACC-6DCA-227B0B02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754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DCA4AE-C701-CD5D-AF85-7BB7F36F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8DFBC1-AF35-23A0-0CBB-A88FB6A3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F695E0-21FD-23E4-26B2-44647AAD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169686-E482-8360-BCB6-4826AEAF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69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EF88E6-4F5A-56ED-F6A2-F5FAACC8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3D1ECF-4354-7787-BA4B-1419D8DE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EF7BCB-AF0F-BB7B-8305-EC57632B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2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7BF1D-948D-0C95-1CDC-C37FE692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D625CD-80E6-3D91-9BE6-CEF465ED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AA0CF0-2392-D2DE-1C21-402B897E6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60C66F-B204-7C1C-4524-705BD3E0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EDEA0E-9715-BB73-FB49-AA668D2F0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38C741-65C7-D88A-6E0F-010CD595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57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FFDA7A-848F-52D3-1710-0314EC2B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A7CEC9-D7F3-6256-5C7D-A9251D968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DE9604-CD1B-4072-2656-86A16F3CD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57720E-A622-8696-C52D-08A74492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854452-1ED4-F96A-81CC-91CBB429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67B76D-5F60-A056-21C9-E5721738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73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189F18-4A1A-6866-23B2-6B094C01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6B3E78-5F85-986E-D448-553CDCBAF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A057B6-DFD1-C070-2B03-8EC28AEC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84DF2A-AB75-8249-5589-543D6B7D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F58208-1935-5B91-175D-E5075290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72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9FE3D8-8F8C-F116-5ABC-6100D73D9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ADC63D-E4B8-15BB-4761-30041F56C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DDCB3B-A351-BD55-6FE3-E89F03C13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795753-AA15-E933-BD59-8E5D0749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D1D1F0-D29A-9007-D920-4C4D3134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95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2A643E0-DD4A-1C18-479D-683D0FBB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EA12B3-D7E2-0629-F054-49E3FC074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6B7E1F-402D-1497-0E31-61B5E50A6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351BC-E6B3-475D-8124-F8BAE5481BCC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5AA8F5-F0B8-3113-03F1-AA4090B16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49BF02-30FD-B871-AE62-ECB7FF317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623DBE56-1528-9D7D-CB17-A2672873989F}"/>
              </a:ext>
            </a:extLst>
          </p:cNvPr>
          <p:cNvSpPr/>
          <p:nvPr/>
        </p:nvSpPr>
        <p:spPr>
          <a:xfrm rot="20117138">
            <a:off x="1103310" y="51699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173EA3E1-D3DB-A687-32F7-7530146BE2F0}"/>
              </a:ext>
            </a:extLst>
          </p:cNvPr>
          <p:cNvSpPr/>
          <p:nvPr/>
        </p:nvSpPr>
        <p:spPr>
          <a:xfrm rot="643008">
            <a:off x="536518" y="8479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9B53DE2-26AF-177F-EA33-2755EB9C4A6D}"/>
              </a:ext>
            </a:extLst>
          </p:cNvPr>
          <p:cNvSpPr/>
          <p:nvPr/>
        </p:nvSpPr>
        <p:spPr>
          <a:xfrm>
            <a:off x="1287738" y="15904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8A48DAC1-1136-2B21-1902-8335D2B9C6E5}"/>
              </a:ext>
            </a:extLst>
          </p:cNvPr>
          <p:cNvSpPr/>
          <p:nvPr/>
        </p:nvSpPr>
        <p:spPr>
          <a:xfrm>
            <a:off x="1014791" y="1904757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4883140B-FEA6-6987-E1F6-7879252B9F95}"/>
              </a:ext>
            </a:extLst>
          </p:cNvPr>
          <p:cNvSpPr/>
          <p:nvPr/>
        </p:nvSpPr>
        <p:spPr>
          <a:xfrm>
            <a:off x="536518" y="1904757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3EC6412F-AF6E-0B6B-BB33-1F8DE916378D}"/>
              </a:ext>
            </a:extLst>
          </p:cNvPr>
          <p:cNvSpPr/>
          <p:nvPr/>
        </p:nvSpPr>
        <p:spPr>
          <a:xfrm>
            <a:off x="204791" y="15904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7AE34E5B-45AD-F26C-47DF-7A93D9B1471C}"/>
              </a:ext>
            </a:extLst>
          </p:cNvPr>
          <p:cNvSpPr/>
          <p:nvPr/>
        </p:nvSpPr>
        <p:spPr>
          <a:xfrm>
            <a:off x="204791" y="115168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04BE716-A72A-98E2-9B20-8D3585A18C38}"/>
              </a:ext>
            </a:extLst>
          </p:cNvPr>
          <p:cNvSpPr/>
          <p:nvPr/>
        </p:nvSpPr>
        <p:spPr>
          <a:xfrm>
            <a:off x="8217369" y="776640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Achteck 38">
            <a:extLst>
              <a:ext uri="{FF2B5EF4-FFF2-40B4-BE49-F238E27FC236}">
                <a16:creationId xmlns:a16="http://schemas.microsoft.com/office/drawing/2014/main" id="{25C1FCE4-B3AF-D115-BC46-72E354BB32AC}"/>
              </a:ext>
            </a:extLst>
          </p:cNvPr>
          <p:cNvSpPr>
            <a:spLocks noChangeAspect="1"/>
          </p:cNvSpPr>
          <p:nvPr/>
        </p:nvSpPr>
        <p:spPr>
          <a:xfrm>
            <a:off x="7272369" y="1387931"/>
            <a:ext cx="1080000" cy="1080000"/>
          </a:xfrm>
          <a:prstGeom prst="octagon">
            <a:avLst>
              <a:gd name="adj" fmla="val 297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FD645268-B27E-1555-96DF-02896CF65D1E}"/>
              </a:ext>
            </a:extLst>
          </p:cNvPr>
          <p:cNvSpPr/>
          <p:nvPr/>
        </p:nvSpPr>
        <p:spPr>
          <a:xfrm>
            <a:off x="7469096" y="12529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A7DC7466-EC5B-5841-0F9E-ACC6A996177E}"/>
              </a:ext>
            </a:extLst>
          </p:cNvPr>
          <p:cNvSpPr/>
          <p:nvPr/>
        </p:nvSpPr>
        <p:spPr>
          <a:xfrm>
            <a:off x="8217369" y="15229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7AD16A93-91DA-A212-3BF1-20E027605D59}"/>
              </a:ext>
            </a:extLst>
          </p:cNvPr>
          <p:cNvSpPr/>
          <p:nvPr/>
        </p:nvSpPr>
        <p:spPr>
          <a:xfrm>
            <a:off x="8220316" y="19954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21CF8BC0-A188-E9A1-91E7-6CF2D4F1D0EE}"/>
              </a:ext>
            </a:extLst>
          </p:cNvPr>
          <p:cNvSpPr/>
          <p:nvPr/>
        </p:nvSpPr>
        <p:spPr>
          <a:xfrm>
            <a:off x="7947369" y="2309757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8047238C-E849-4B6A-47AE-4EA80EEF60CF}"/>
              </a:ext>
            </a:extLst>
          </p:cNvPr>
          <p:cNvSpPr/>
          <p:nvPr/>
        </p:nvSpPr>
        <p:spPr>
          <a:xfrm>
            <a:off x="7469096" y="2309757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5F7AB468-CCDA-2A86-A836-1218510C76AE}"/>
              </a:ext>
            </a:extLst>
          </p:cNvPr>
          <p:cNvSpPr/>
          <p:nvPr/>
        </p:nvSpPr>
        <p:spPr>
          <a:xfrm>
            <a:off x="7137369" y="19954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B6199772-411B-3DAE-AF4C-873F53495E73}"/>
              </a:ext>
            </a:extLst>
          </p:cNvPr>
          <p:cNvSpPr/>
          <p:nvPr/>
        </p:nvSpPr>
        <p:spPr>
          <a:xfrm>
            <a:off x="7137369" y="155668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294127BB-430F-3B61-354F-525604EF0DA9}"/>
              </a:ext>
            </a:extLst>
          </p:cNvPr>
          <p:cNvSpPr>
            <a:spLocks noChangeAspect="1"/>
          </p:cNvSpPr>
          <p:nvPr/>
        </p:nvSpPr>
        <p:spPr>
          <a:xfrm>
            <a:off x="9526824" y="3456173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01E85ABB-508A-90B5-F9CA-2B70F5F4454D}"/>
              </a:ext>
            </a:extLst>
          </p:cNvPr>
          <p:cNvSpPr>
            <a:spLocks noChangeAspect="1"/>
          </p:cNvSpPr>
          <p:nvPr/>
        </p:nvSpPr>
        <p:spPr>
          <a:xfrm>
            <a:off x="8778551" y="39729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6A7492F9-A431-A8C0-7327-B0316A44D2DF}"/>
              </a:ext>
            </a:extLst>
          </p:cNvPr>
          <p:cNvSpPr>
            <a:spLocks noChangeAspect="1"/>
          </p:cNvSpPr>
          <p:nvPr/>
        </p:nvSpPr>
        <p:spPr>
          <a:xfrm>
            <a:off x="9526824" y="42429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6D1D41B-3434-DF1A-B6E3-CBDDEB480DD1}"/>
              </a:ext>
            </a:extLst>
          </p:cNvPr>
          <p:cNvSpPr>
            <a:spLocks noChangeAspect="1"/>
          </p:cNvSpPr>
          <p:nvPr/>
        </p:nvSpPr>
        <p:spPr>
          <a:xfrm>
            <a:off x="9529771" y="47154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15593A1C-FA83-4B88-536E-0426A73A31AD}"/>
              </a:ext>
            </a:extLst>
          </p:cNvPr>
          <p:cNvSpPr>
            <a:spLocks noChangeAspect="1"/>
          </p:cNvSpPr>
          <p:nvPr/>
        </p:nvSpPr>
        <p:spPr>
          <a:xfrm>
            <a:off x="9256824" y="5029825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DC0529E4-A6A9-8A05-50E0-DF94B8969931}"/>
              </a:ext>
            </a:extLst>
          </p:cNvPr>
          <p:cNvSpPr>
            <a:spLocks noChangeAspect="1"/>
          </p:cNvSpPr>
          <p:nvPr/>
        </p:nvSpPr>
        <p:spPr>
          <a:xfrm>
            <a:off x="8778551" y="5029825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25A0B42B-DD53-AD60-56FB-20ED86C564C5}"/>
              </a:ext>
            </a:extLst>
          </p:cNvPr>
          <p:cNvSpPr>
            <a:spLocks noChangeAspect="1"/>
          </p:cNvSpPr>
          <p:nvPr/>
        </p:nvSpPr>
        <p:spPr>
          <a:xfrm>
            <a:off x="8446824" y="47154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12E17678-030D-09C9-F14F-09A431CEF4B6}"/>
              </a:ext>
            </a:extLst>
          </p:cNvPr>
          <p:cNvSpPr>
            <a:spLocks noChangeAspect="1"/>
          </p:cNvSpPr>
          <p:nvPr/>
        </p:nvSpPr>
        <p:spPr>
          <a:xfrm>
            <a:off x="8446824" y="427674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1" name="Grafik 80">
            <a:extLst>
              <a:ext uri="{FF2B5EF4-FFF2-40B4-BE49-F238E27FC236}">
                <a16:creationId xmlns:a16="http://schemas.microsoft.com/office/drawing/2014/main" id="{3E7F9AB2-7944-CEA5-EF2F-D0CD0688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431" y="2444757"/>
            <a:ext cx="872687" cy="885458"/>
          </a:xfrm>
          <a:prstGeom prst="rect">
            <a:avLst/>
          </a:prstGeom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5D1723A6-0364-1369-DBAA-2F020ADB62B1}"/>
              </a:ext>
            </a:extLst>
          </p:cNvPr>
          <p:cNvSpPr/>
          <p:nvPr/>
        </p:nvSpPr>
        <p:spPr>
          <a:xfrm rot="18966196">
            <a:off x="1284791" y="11179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980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E74BD-4AE3-D11F-AE43-59E7EE62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464" y="365125"/>
            <a:ext cx="8834336" cy="1325563"/>
          </a:xfrm>
        </p:spPr>
        <p:txBody>
          <a:bodyPr/>
          <a:lstStyle/>
          <a:p>
            <a:r>
              <a:rPr lang="de-DE" dirty="0" err="1">
                <a:solidFill>
                  <a:schemeClr val="accent3">
                    <a:lumMod val="75000"/>
                  </a:schemeClr>
                </a:solidFill>
              </a:rPr>
              <a:t>C2ISOLATE</a:t>
            </a:r>
            <a:endParaRPr lang="de-DE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BC179E-5E3B-E1FF-1932-2DC29DCF8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56541DE-787D-1684-966F-E2063781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447" y="288063"/>
            <a:ext cx="1138017" cy="115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3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499C2-3937-1403-5EA8-F756B355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9225AA-AF91-B24D-66CE-EE73A927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28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2428B-D7C7-1024-A332-CEF88ADB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Erreichte 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BBEF92-2297-8C67-59B2-11E84DE1E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923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98A843-A26C-90C8-B47E-5784CE1F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Erreichte Ziele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7B97C1-F34F-4581-1911-8E9C75710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Geplant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4623E5-FA09-9C76-0C19-0A1EF06FD8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Informationssammlung</a:t>
            </a:r>
          </a:p>
          <a:p>
            <a:r>
              <a:rPr lang="de-DE" dirty="0"/>
              <a:t>Prototyp</a:t>
            </a:r>
          </a:p>
          <a:p>
            <a:r>
              <a:rPr lang="de-DE" dirty="0"/>
              <a:t>Echten </a:t>
            </a:r>
            <a:r>
              <a:rPr lang="de-DE" dirty="0" err="1"/>
              <a:t>C2</a:t>
            </a:r>
            <a:r>
              <a:rPr lang="de-DE" dirty="0"/>
              <a:t> erkennen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C1F915-5389-8852-FCFE-F9A75881E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Erreicht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B5B17D-F809-3245-2CE1-22128A86C4A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8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Breitbild</PresentationFormat>
  <Paragraphs>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C2ISOLATE</vt:lpstr>
      <vt:lpstr>Projektziel</vt:lpstr>
      <vt:lpstr>Erreichte Ziele</vt:lpstr>
      <vt:lpstr>Erreichte Ziele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Silas Burkhard</dc:creator>
  <cp:lastModifiedBy>Silas Burkhard</cp:lastModifiedBy>
  <cp:revision>2</cp:revision>
  <dcterms:created xsi:type="dcterms:W3CDTF">2026-06-19T12:17:07Z</dcterms:created>
  <dcterms:modified xsi:type="dcterms:W3CDTF">2026-06-19T14:03:47Z</dcterms:modified>
</cp:coreProperties>
</file>